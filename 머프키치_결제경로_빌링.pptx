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① 가맹점 정보 기재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(1) 상호명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 머프키치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(2) 사업자번호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 401-20-84647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(3)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108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 https://blog-index-analyzer.vercel.app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(4) Test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749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 test@blank.com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389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(5) Test PW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389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 test1234!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② 하단 정보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필수 구성 항목: 상호명 / 대표자명 / 사업자등록번호 / 통신판매업신고번호 / 사업장주소 / 유선전화번호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[홈페이지 하단 푸터 스크린샷을 여기에 붙여넣으세요]</a:t>
            </a:r>
            <a:br/>
            <a:br/>
            <a:r>
              <a:t>URL: https://blog-index-analyzer.vercel.app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③ 환불규정 캡처 (무형상품)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환불 규정을 캡처해요.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[환불정책 페이지 스크린샷을 여기에 붙여넣으세요]</a:t>
            </a:r>
            <a:br/>
            <a:br/>
            <a:r>
              <a:t>URL: https://blog-index-analyzer.vercel.app/refund-policy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④ 로그인 / 회원가입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로그인 혹은 회원가입 경로를 캡처해요.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[로그인 페이지 스크린샷을 여기에 붙여넣으세요]</a:t>
            </a:r>
            <a:br/>
            <a:br/>
            <a:r>
              <a:t>URL: https://blog-index-analyzer.vercel.app/login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⑤ 상품 선택 / 구매과정 캡처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예시) shop &gt; 카테고리 선택 &gt; 제품 선택 &gt; 옵션 선택 &gt; 구매하기 탭 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[요금제 선택 페이지 스크린샷을 여기에 붙여넣으세요]</a:t>
            </a:r>
            <a:br/>
            <a:br/>
            <a:r>
              <a:t>URL: https://blog-index-analyzer.vercel.app/pricing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⑤ 상품 선택 / 구매과정 캡처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상품 상세 정보 및 결제 주기 선택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[플랜 상세 정보 스크린샷을 여기에 붙여넣으세요]</a:t>
            </a:r>
            <a:br/>
            <a:br/>
            <a:r>
              <a:t>* 서비스 제공기간(1개월/12개월)이 표시되어야 합니다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⑤ 상품 선택 / 구매과정 캡처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결제 페이지 - 주문 정보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[결제 페이지 스크린샷을 여기에 붙여넣으세요]</a:t>
            </a:r>
            <a:br/>
            <a:br/>
            <a:r>
              <a:t>URL: https://blog-index-analyzer.vercel.app/payment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⑥ 카드결제경로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빌링결제의 경우 정기결제용 카드 입력창까지 캡처해야해요.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[토스페이먼츠 빌링 결제창 스크린샷을 여기에 붙여넣으세요]</a:t>
            </a:r>
            <a:br/>
            <a:br/>
            <a:r>
              <a:t>* 결제하기 버튼 클릭 후 나타나는 토스페이먼츠 결제창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