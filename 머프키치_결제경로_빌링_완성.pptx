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390" y="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① 가맹점 정보 기재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(1) 상호명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1828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머프키치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(2) 사업자번호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4688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401-20-84647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1089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(3) 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https://blog-index-analyzer.vercel.app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7490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(4) Test 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490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test@blank.com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3891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B82F6"/>
                </a:solidFill>
              </a:defRPr>
            </a:pPr>
            <a:r>
              <a:t>(5) Test PW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43891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: test1234!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② 하단 정보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필수 구성 항목: 상호명 / 대표자명 / 사업자등록번호 / 통신판매업신고번호 / 사업장주소 / 유선전화번호</a:t>
            </a:r>
          </a:p>
        </p:txBody>
      </p:sp>
      <p:pic>
        <p:nvPicPr>
          <p:cNvPr id="5" name="Picture 4" descr="foo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43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③ 환불규정 캡처 (무형상품)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환불 규정을 캡처해요.</a:t>
            </a:r>
          </a:p>
        </p:txBody>
      </p:sp>
      <p:pic>
        <p:nvPicPr>
          <p:cNvPr id="5" name="Picture 4" descr="refund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0286" y="-3947886"/>
            <a:ext cx="12627429" cy="2818855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④ 로그인 / 회원가입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로그인 혹은 회원가입 경로를 캡처해요.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43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⑤ 상품 선택 / 구매과정 캡처 (1/3)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예시) shop &gt; 카테고리 선택 &gt; 제품 선택 &gt; 옵션 선택 &gt; 구매하기 탭 등</a:t>
            </a:r>
          </a:p>
        </p:txBody>
      </p:sp>
      <p:pic>
        <p:nvPicPr>
          <p:cNvPr id="5" name="Picture 4" descr="pricing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43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⑤ 상품 선택 / 구매과정 캡처 (2/3)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상품 상세 정보 및 결제 주기 선택</a:t>
            </a:r>
          </a:p>
        </p:txBody>
      </p:sp>
      <p:pic>
        <p:nvPicPr>
          <p:cNvPr id="5" name="Picture 4" descr="pricin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43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⑤ 상품 선택 / 구매과정 캡처 (3/3)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결제 페이지 - 주문 정보 확인</a:t>
            </a:r>
          </a:p>
        </p:txBody>
      </p:sp>
      <p:pic>
        <p:nvPicPr>
          <p:cNvPr id="5" name="Picture 4" descr="pay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4305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⑥ 카드결제경로 캡처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6464"/>
                </a:solidFill>
              </a:defRPr>
            </a:pPr>
            <a:r>
              <a:t>빌링결제의 경우 정기결제용 카드 입력창까지 캡처해야해요.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728655" cy="5120640"/>
          </a:xfrm>
          <a:prstGeom prst="rect">
            <a:avLst/>
          </a:prstGeom>
          <a:solidFill>
            <a:srgbClr val="F5F5F5"/>
          </a:solidFill>
          <a:ln w="2540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787878"/>
                </a:solidFill>
              </a:defRPr>
            </a:pPr>
            <a:r>
              <a:t>[토스페이먼츠 빌링 결제창 스크린샷을 여기에 붙여넣으세요]</a:t>
            </a:r>
            <a:br/>
            <a:br/>
            <a:r>
              <a:t>* 결제하기 버튼 클릭 후 나타나는 토스페이먼츠 결제창</a:t>
            </a:r>
            <a:br/>
            <a:r>
              <a:t>* 이 화면은 실제 결제 버튼을 클릭해서 수동 캡처가 필요합니다</a:t>
            </a:r>
          </a:p>
        </p:txBody>
      </p:sp>
      <p:pic>
        <p:nvPicPr>
          <p:cNvPr id="8" name="그림 7" descr="텍스트, 스크린샷, 소프트웨어, 운영 체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033EC7-0D63-9E08-AF20-DDE5F427F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976" y="1600200"/>
            <a:ext cx="965404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183</Words>
  <Application>Microsoft Office PowerPoint</Application>
  <PresentationFormat>와이드스크린</PresentationFormat>
  <Paragraphs>27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hyunseok lee</cp:lastModifiedBy>
  <cp:revision>2</cp:revision>
  <dcterms:created xsi:type="dcterms:W3CDTF">2013-01-27T09:14:16Z</dcterms:created>
  <dcterms:modified xsi:type="dcterms:W3CDTF">2025-12-22T04:31:23Z</dcterms:modified>
  <cp:category/>
</cp:coreProperties>
</file>